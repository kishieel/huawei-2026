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14747564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>
        <p:scale>
          <a:sx n="125" d="100"/>
          <a:sy n="125" d="100"/>
        </p:scale>
        <p:origin x="870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260164-FC2F-4616-A05B-E6C491361946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31E35C-218F-415C-860A-363673A8BC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0082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EDC39BB-75B6-12F5-A921-88B5B867E76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8938" y="6330950"/>
            <a:ext cx="1249362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98065F4-45E5-20F9-8919-73FE901EC35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2913" y="6248400"/>
            <a:ext cx="954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7F28869E-C037-4FE9-BD97-2A26E404163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8057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A50E8FD-E3DF-42D3-8D23-D897BF935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9B87BE-896D-47D4-AF6A-9DEEB368A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6012CE-5624-492F-BE5E-EC7BA4FF8B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1321D7-82DF-43D4-8770-75A2B15C3250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4E0A97-EA4F-4336-9CF8-29EEB9E09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B8596E-31EF-471C-BF23-532A38F2DA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B6F79C-5B6D-486C-9AF6-AB5CFCCCDB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8039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4361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5566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wangxi (F)</dc:creator>
  <cp:lastModifiedBy>Jaroslaw Marek</cp:lastModifiedBy>
  <cp:revision>84</cp:revision>
  <dcterms:created xsi:type="dcterms:W3CDTF">2026-08-24T06:51:36Z</dcterms:created>
  <dcterms:modified xsi:type="dcterms:W3CDTF">2026-10-08T12:04:07Z</dcterms:modified>
</cp:coreProperties>
</file>